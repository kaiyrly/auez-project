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Жұмыс жобасы. Зерде ережесінің 4.9–4.10-тармақтары бойынша авторлардың дербес жұмысын жетекші тексереді.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Онлайн кітапхана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Кітапхана жұмысын цифрландыру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Qalam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Мектеп кітапханасы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Авторлар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1-автор және 2-автор · 7-сынып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Жетекші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Ғылыми жетекші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354" y="2697480"/>
            <a:ext cx="4851858" cy="2816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Мәселе және мақсат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Кітапхана — бір сайтта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Оқушы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Кітапты табу және бос дананы білу.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Кітапханашы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Кім алды, кім қайтарды — ортақ есеп.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Мақсат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Іздеу, брондау және қор есебін біріктіру.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Зерттеу сұрағы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Сайт кітап таңдауға қалай әсер етеді?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Негізгі сұрақ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Дұрыс ақпаратты жылдамырақ табуға бола ма?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Болжам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Іздеу мен жанр сүзгісі көмектесуі мүмкін.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Өлшем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Уақыт, дұрыс жауап және оқушы пікірі.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Электрондық каталог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Кітап туралы мәлімет — бір карточкада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Іздеу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Атауы немесе авторы бойынша.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Жанр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Кітаптарды түріне қарай таңдау.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Дана саны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Жалпы, кітапханада, оқырманда.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at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653" y="2697480"/>
            <a:ext cx="3271261" cy="2816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Qalam құрылымы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Браузер → сервер → дерекқор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Браузер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Оқушы көретін беттер мен батырмалар.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Сервер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Рұқсатты тексеріп, әрекетті орындайды.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Дерекқор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Кітап, аккаунт, брондау және тарихты сақтайды.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18210"/>
            <a:ext cx="4910328" cy="13748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Кітап қоры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Брондау мен физикалық дана — бөлек ұғым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Жалпы дана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Кітапханада + оқырманда.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Бос дана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Кітапханада − белсенді брондау.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Мысал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12 жалпы, 8 кітапханада, 4 оқырманда. Тек түсіндіру мысалы.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678" y="2697480"/>
            <a:ext cx="1789211" cy="281635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Жеке аккаунттар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Оқушы және кітапханашы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Оқушы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Өз сөресі, брондауы және кітап тарихы.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Кітапханашы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Қор, аккаунттар және барлық беру тарихы.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Құпиялылық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Нақты оқушы тізімі ғылыми жинаққа қосылмайды.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Үш күндік брондау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Кітапты алдын ала сақтау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Белсенді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Оқушы үшін үш күнге сақталады.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Берілді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Кітапханашы бергенде қор азаяды.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585216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54864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Мерзімі аяқталды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54864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85643"/>
                </a:solidFill>
                <a:latin typeface="Arial"/>
              </a:defRPr>
            </a:pPr>
            <a:r>
              <a:t>Бос дана қайта қолжетімді болады.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2606040"/>
            <a:ext cx="5093208" cy="2999232"/>
          </a:xfrm>
          <a:prstGeom prst="roundRect">
            <a:avLst/>
          </a:prstGeom>
          <a:solidFill>
            <a:srgbClr val="FFFFFF"/>
          </a:solidFill>
          <a:ln>
            <a:solidFill>
              <a:srgbClr val="D4D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ser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18210"/>
            <a:ext cx="4910328" cy="137489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6832" y="56875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718269"/>
                </a:solidFill>
                <a:latin typeface="Arial"/>
              </a:defRPr>
            </a:pPr>
            <a:r>
              <a:t>Сайт көрінісі / жүйе сызбасы · оқушы сынағы емес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Кітап тарихы және рейтинг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Беру мен қайтару — тіркелген жазба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Тарих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Алған күн, мерзім, қайтару күні.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Ұпай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Әр бөлек қайтарылған кітапқа 10 ұпай.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Айырма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«Оқып бітірдім» белгісі ұпай қоспайды.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Ортақ пікір және баға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Оқырманның кітап туралы ойы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Баға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Әр аккаунттан бір кітапқа 1–5 жұлдыз.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Пікір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Жария мәтін мен аккаунт аты.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Басқару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Кітапханашы жасырып, қайта көрсетеді.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Кітап ұсыну және оқу мақсаты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Келесі кітапты таңдау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Төрт сұрақ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Жас, жанр, қызығушылық, бос дана.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Жеке ұсыныс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Сөре, оқу тарихы және ортақ баға.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Оқу мақсаты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Айына 3 кітап: оқушының жеке белгісі.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Зерттеу әдісі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Бірдей ақпарат, тең тапсырма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Салыстыру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Қағаз тізім және Qalam.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Реттілік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Екі топ қарама-қарсы ретпен орындайды.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Сауалнама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Алдында және кейін бірдей негізгі сұрақтар.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Нақты тексеру нәтижесі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Бағдарламалық тексеру: 6 / 6 өтті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Іздеу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Қазақша сөз, жанр және бос нәтиже.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Жүйе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Аккаунт, сақтау, брондау, беру/қайтару.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Тізім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DOCX тексеруі және қайталанған логиндер.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Нәтижені бағалау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Оқушы дерегі нақты жиналған соң есептеледі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Уақыт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Қағаз уақыты − сайт уақыты.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Дұрыстық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Дұрыс жауап / барлық тапсырма.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Қазіргі күй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Сыныптық сынақ нәтижесі берілмеген; кестелер бос.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ЖИ, авторлық үлес және келесі қадам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Нақты үлес пен ашық мәлімет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ЖИ көмегі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Код, мәтін, құжат және дизайн.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Авторлар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Өз әрекетін дәлелдеп, жүйені түсіндіреді.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Келесі қадам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Нақты қор, тұрақты сақтау және оқушы сынағы.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856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058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100" b="1">
                <a:solidFill>
                  <a:srgbClr val="285643"/>
                </a:solidFill>
                <a:latin typeface="Arial"/>
              </a:defRPr>
            </a:pPr>
            <a:r>
              <a:t>QALAM · ҒЫЛЫМИ ЖОБА · 7-СЫНЫП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6112"/>
            <a:ext cx="11064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85643"/>
                </a:solidFill>
                <a:latin typeface="Arial"/>
              </a:defRPr>
            </a:pPr>
            <a:r>
              <a:t>Qalam — мектептің онлайн кітапханасы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56231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718269"/>
                </a:solidFill>
                <a:latin typeface="Arial"/>
              </a:defRPr>
            </a:pPr>
            <a:r>
              <a:t>Оқы. Ізден. Өс.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Нәтиже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035808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Каталог, брондау және кітап беру есебі бір жүйеде.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39312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49039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Зерттеу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40690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Уақыт, дұрыс жауап және пікір арқылы бағалау.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72583"/>
            <a:ext cx="11064240" cy="932688"/>
          </a:xfrm>
          <a:prstGeom prst="round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782312"/>
            <a:ext cx="1069848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85643"/>
                </a:solidFill>
                <a:latin typeface="Arial"/>
              </a:defRPr>
            </a:pPr>
            <a:r>
              <a:t>Алғыс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5102351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285643"/>
                </a:solidFill>
                <a:latin typeface="Arial"/>
              </a:defRPr>
            </a:pPr>
            <a:r>
              <a:t>Назарларыңызға рақмет!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00800"/>
            <a:ext cx="11155680" cy="13716"/>
          </a:xfrm>
          <a:prstGeom prst="rect">
            <a:avLst/>
          </a:prstGeom>
          <a:solidFill>
            <a:srgbClr val="CED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718269"/>
                </a:solidFill>
                <a:latin typeface="Arial"/>
              </a:defRPr>
            </a:pPr>
            <a:r>
              <a:t>Мектеп кітапханасын цифрландыру · Мектеп кітапханасы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285643"/>
                </a:solidFill>
                <a:latin typeface="Arial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Онлайн кітапхана: кітапхана жұмысын цифрландыру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
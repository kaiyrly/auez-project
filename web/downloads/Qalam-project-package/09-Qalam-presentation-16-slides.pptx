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Кітапхана жұмысын цифрландыру</a:t>
            </a:r>
          </a:p>
          <a:p>
            <a:r>
              <a:t>Qalam: «Қаныш Сәтпаев атындағы Жәнтікей орта мектебі» КММ</a:t>
            </a:r>
          </a:p>
          <a:p>
            <a:r>
              <a:t>Авторлар: Амантай Елжан Ерланұлы, Мұхаметкәрім Айбын Таңатұлы · 7-сынып</a:t>
            </a:r>
          </a:p>
          <a:p>
            <a:r>
              <a:t>Жетекші: Мұхаметкәрім Қаныш Саятұлы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Кітапхана — бір сайтта</a:t>
            </a:r>
          </a:p>
          <a:p>
            <a:r>
              <a:t>Оқушы: Кітапты табу және бос дананы білу.</a:t>
            </a:r>
          </a:p>
          <a:p>
            <a:r>
              <a:t>Кітапханашы: Кім алды, кім қайтарды — ортақ есеп.</a:t>
            </a:r>
          </a:p>
          <a:p>
            <a:r>
              <a:t>Мақсат: Іздеу, брондау және қор есебін біріктіру.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Сайт кітап таңдауға қалай әсер етеді?</a:t>
            </a:r>
          </a:p>
          <a:p>
            <a:r>
              <a:t>Негізгі сұрақ: Дұрыс ақпаратты жылдамырақ табуға бола ма?</a:t>
            </a:r>
          </a:p>
          <a:p>
            <a:r>
              <a:t>Болжам: Іздеу мен жанр сүзгісі көмектесуі мүмкін.</a:t>
            </a:r>
          </a:p>
          <a:p>
            <a:r>
              <a:t>Өлшем: Уақыт, дұрыс жауап және оқушы пікірі.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Кітап туралы мәлімет — бір карточкада</a:t>
            </a:r>
          </a:p>
          <a:p>
            <a:r>
              <a:t>Іздеу: Атауы немесе авторы бойынша.</a:t>
            </a:r>
          </a:p>
          <a:p>
            <a:r>
              <a:t>Жанр: Кітаптарды түріне қарай таңдау.</a:t>
            </a:r>
          </a:p>
          <a:p>
            <a:r>
              <a:t>Дана саны: Жалпы, кітапханада, оқырманда.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Браузер → сервер → дерекқор</a:t>
            </a:r>
          </a:p>
          <a:p>
            <a:r>
              <a:t>Браузер: Оқушы көретін беттер мен батырмалар.</a:t>
            </a:r>
          </a:p>
          <a:p>
            <a:r>
              <a:t>Сервер: Рұқсатты тексеріп, әрекетті орындайды.</a:t>
            </a:r>
          </a:p>
          <a:p>
            <a:r>
              <a:t>Дерекқор: Кітап, аккаунт, брондау және тарихты сақтайды.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Брондау мен физикалық дана — бөлек ұғым</a:t>
            </a:r>
          </a:p>
          <a:p>
            <a:r>
              <a:t>Жалпы дана: Кітапханада + оқырманда.</a:t>
            </a:r>
          </a:p>
          <a:p>
            <a:r>
              <a:t>Бос дана: Кітапханада − белсенді брондау.</a:t>
            </a:r>
          </a:p>
          <a:p>
            <a:r>
              <a:t>Мысал: 12 жалпы, 8 кітапханада, 4 оқырманда. Тек түсіндіру мысалы.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Оқушы және кітапханашы</a:t>
            </a:r>
          </a:p>
          <a:p>
            <a:r>
              <a:t>Оқушы: Өз сөресі, брондауы және кітап тарихы.</a:t>
            </a:r>
          </a:p>
          <a:p>
            <a:r>
              <a:t>Кітапханашы: Қор, аккаунттар және барлық беру тарихы.</a:t>
            </a:r>
          </a:p>
          <a:p>
            <a:r>
              <a:t>Құпиялылық: Нақты оқушы тізімі ғылыми жинаққа қосылмайды.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Кітапты алдын ала сақтау</a:t>
            </a:r>
          </a:p>
          <a:p>
            <a:r>
              <a:t>Белсенді: Оқушы үшін үш күнге сақталады.</a:t>
            </a:r>
          </a:p>
          <a:p>
            <a:r>
              <a:t>Берілді: Кітапханашы бергенде қор азаяды.</a:t>
            </a:r>
          </a:p>
          <a:p>
            <a:r>
              <a:t>Мерзімі аяқталды: Бос дана қайта қолжетімді болады.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Беру мен қайтару — тіркелген жазба</a:t>
            </a:r>
          </a:p>
          <a:p>
            <a:r>
              <a:t>Тарих: Алған күн, мерзім, қайтару күні.</a:t>
            </a:r>
          </a:p>
          <a:p>
            <a:r>
              <a:t>Ұпай: Әр бөлек қайтарылған кітапқа 10 ұпай.</a:t>
            </a:r>
          </a:p>
          <a:p>
            <a:r>
              <a:t>Айырма: «Оқып бітірдім» белгісі ұпай қоспайды.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Оқырманның кітап туралы ойы</a:t>
            </a:r>
          </a:p>
          <a:p>
            <a:r>
              <a:t>Баға: Әр аккаунттан бір кітапқа 1–5 жұлдыз.</a:t>
            </a:r>
          </a:p>
          <a:p>
            <a:r>
              <a:t>Пікір: Жария мәтін мен аккаунт аты.</a:t>
            </a:r>
          </a:p>
          <a:p>
            <a:r>
              <a:t>Басқару: Кітапханашы жасырып, қайта көрсетеді.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Келесі кітапты таңдау</a:t>
            </a:r>
          </a:p>
          <a:p>
            <a:r>
              <a:t>Төрт сұрақ: Жас, жанр, қызығушылық, бос дана.</a:t>
            </a:r>
          </a:p>
          <a:p>
            <a:r>
              <a:t>Жеке ұсыныс: Сөре, оқу тарихы және ортақ баға.</a:t>
            </a:r>
          </a:p>
          <a:p>
            <a:r>
              <a:t>Оқу мақсаты: Айына 3 кітап: оқушының жеке белгісі.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Бірдей ақпарат, тең тапсырма</a:t>
            </a:r>
          </a:p>
          <a:p>
            <a:r>
              <a:t>Салыстыру: Қағаз тізім және Qalam.</a:t>
            </a:r>
          </a:p>
          <a:p>
            <a:r>
              <a:t>Реттілік: Екі топ қарама-қарсы ретпен орындайды.</a:t>
            </a:r>
          </a:p>
          <a:p>
            <a:r>
              <a:t>Сауалнама: Алдында және кейін бірдей негізгі сұрақтар.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Бағдарламалық тексеру: 6 / 6 өтті</a:t>
            </a:r>
          </a:p>
          <a:p>
            <a:r>
              <a:t>Іздеу: Қазақша сөз, жанр және бос нәтиже.</a:t>
            </a:r>
          </a:p>
          <a:p>
            <a:r>
              <a:t>Жүйе: Аккаунт, сақтау, брондау, беру/қайтару.</a:t>
            </a:r>
          </a:p>
          <a:p>
            <a:r>
              <a:t>Тізім: DOCX тексеруі және қайталанған логиндер.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Оқушы дерегі нақты жиналған соң есептеледі</a:t>
            </a:r>
          </a:p>
          <a:p>
            <a:r>
              <a:t>Уақыт: Қағаз уақыты − сайт уақыты.</a:t>
            </a:r>
          </a:p>
          <a:p>
            <a:r>
              <a:t>Дұрыстық: Дұрыс жауап / барлық тапсырма.</a:t>
            </a:r>
          </a:p>
          <a:p>
            <a:r>
              <a:t>Қазіргі күй: Сыныптық сынақ нәтижесі берілмеген; кестелер бос.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Нақты үлес пен ашық мәлімет</a:t>
            </a:r>
          </a:p>
          <a:p>
            <a:r>
              <a:t>ЖИ көмегі: Код, мәтін, құжат және дизайн.</a:t>
            </a:r>
          </a:p>
          <a:p>
            <a:r>
              <a:t>Авторлар: Өз әрекетін дәлелдеп, жүйені түсіндіреді.</a:t>
            </a:r>
          </a:p>
          <a:p>
            <a:r>
              <a:t>Келесі қадам: Нақты қор, тұрақты сақтау және оқушы сынағы.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Сөйлеушіге: Оқы. Ізден. Өс.</a:t>
            </a:r>
          </a:p>
          <a:p>
            <a:r>
              <a:t>Нәтиже: Каталог, брондау және кітап беру есебі бір жүйеде.</a:t>
            </a:r>
          </a:p>
          <a:p>
            <a:r>
              <a:t>Зерттеу: Уақыт, дұрыс жауап және пікір арқылы бағалау.</a:t>
            </a:r>
          </a:p>
          <a:p>
            <a:r>
              <a:t>Алғыс: Назарларыңызға рақмет!</a:t>
            </a:r>
          </a:p>
          <a:p>
            <a:r>
              <a:t>Нақты сауалнама көрсеткіші берілмеген. Бағдарламалық тестті оқушы зерттеуімен араластырмаңыз.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Онлайн кітапхана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Кітапхана жұмысын цифрландыру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Qalam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«Қаныш Сәтпаев атындағы Жәнтікей орта мектебі» КММ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Авторлар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Амантай Елжан Ерланұлы, Мұхаметкәрім Айбын Таңатұлы · 7-сынып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Жетекші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Мұхаметкәрім Қаныш Саятұлы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54" y="2697480"/>
            <a:ext cx="4851858" cy="2816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Мәселе және мақсат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Кітапхана — бір сайтта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Оқушы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Кітапты табу және бос дананы білу.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Кітапханашы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Кім алды, кім қайтарды — ортақ есеп.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Мақсат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Іздеу, брондау және қор есебін біріктіру.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Зерттеу сұрағы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Сайт кітап таңдауға қалай әсер етеді?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Негізгі сұрақ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Дұрыс ақпаратты жылдамырақ табуға бола ма?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Болжам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Іздеу мен жанр сүзгісі көмектесуі мүмкін.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Өлшем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Уақыт, дұрыс жауап және оқушы пікірі.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Электрондық каталог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 туралы мәлімет — бір карточкада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Іздеу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Атауы немесе авторы бойынша.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Жанр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Кітаптарды түріне қарай таңдау.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Дана саны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Жалпы, кітапханада, оқырманда.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653" y="2697480"/>
            <a:ext cx="3271261" cy="2816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Qalam құрылымы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Браузер → сервер → дерекқор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Браузер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Оқушы көретін беттер мен батырмалар.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Сервер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Рұқсатты тексеріп, әрекетті орындайды.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Дерекқор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Кітап, аккаунт, брондау және тарихты сақтайды.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18210"/>
            <a:ext cx="4910328" cy="13748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Кітап қоры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Брондау мен физикалық дана — бөлек ұғым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Жалпы дана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Кітапханада + оқырманда.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Бос дана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Кітапханада − белсенді брондау.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Мысал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12 жалпы, 8 кітапханада, 4 оқырманда. Тек түсіндіру мысалы.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678" y="2697480"/>
            <a:ext cx="1789211" cy="2816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Жеке аккаунттар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Оқушы және кітапханашы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Оқушы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Өз сөресі, брондауы және кітап тарихы.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Кітапханашы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Қор, аккаунттар және барлық беру тарихы.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Құпиялылық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Нақты оқушы тізімі ғылыми жинаққа қосылмайды.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Үш күндік брондау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Кітапты алдын ала сақтау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Белсенді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Оқушы үшін үш күнге сақталады.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Берілді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Кітапханашы бергенде қор азаяды.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Мерзімі аяқталды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Бос дана қайта қолжетімді болады.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18210"/>
            <a:ext cx="4910328" cy="13748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Кітап тарихы және рейтинг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Беру мен қайтару — тіркелген жазба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Тарих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Алған күн, мерзім, қайтару күні.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Ұпай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Әр бөлек қайтарылған кітапқа 10 ұпай.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Айырма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«Оқып бітірдім» белгісі ұпай қоспайды.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Ортақ пікір және баға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Оқырманның кітап туралы ойы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Баға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Әр аккаунттан бір кітапқа 1–5 жұлдыз.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Пікір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Жария мәтін мен аккаунт аты.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Басқару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Кітапханашы жасырып, қайта көрсетеді.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Кітап ұсыну және оқу мақсаты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Келесі кітапты таңдау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Төрт сұрақ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Жас, жанр, қызығушылық, бос дана.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Жеке ұсыныс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Сөре, оқу тарихы және ортақ баға.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Оқу мақсаты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Айына 3 кітап: оқушының жеке белгісі.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Зерттеу әдісі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Бірдей ақпарат, тең тапсырма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Салыстыру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Қағаз тізім және Qalam.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Реттілік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Екі топ қарама-қарсы ретпен орындайды.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Сауалнама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Алдында және кейін бірдей негізгі сұрақтар.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Нақты тексеру нәтижесі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Бағдарламалық тексеру: 6 / 6 өтті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Іздеу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Қазақша сөз, жанр және бос нәтиже.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Жүйе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Аккаунт, сақтау, брондау, беру/қайтару.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Тізім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DOCX тексеруі және қайталанған логиндер.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Нәтижені бағалау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Оқушы дерегі нақты жиналған соң есептеледі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Уақыт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Қағаз уақыты − сайт уақыты.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Дұрыстық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Дұрыс жауап / барлық тапсырма.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Қазіргі күй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Сыныптық сынақ нәтижесі берілмеген; кестелер бос.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ЖИ, авторлық үлес және келесі қадам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Нақты үлес пен ашық мәлімет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ЖИ көмегі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Код, мәтін, құжат және дизайн.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Авторлар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Өз әрекетін дәлелдеп, жүйені түсіндіреді.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Келесі қадам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Нақты қор, тұрақты сақтау және оқушы сынағы.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pic>
        <p:nvPicPr>
          <p:cNvPr id="4" name="Picture 3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Qalam — мектептің онлайн кітапханасы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Оқы. Ізден. Өс.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Нәтиже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Каталог, брондау және кітап беру есебі бір жүйеде.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Зерттеу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Уақыт, дұрыс жауап және пікір арқылы бағалау.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Алғыс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Назарларыңызға рақмет!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«Қаныш Сәтпаев атындағы Жәнтікей орта мектебі» КММ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 кітапхана: кітапхана жұмысын цифрландыру</dc:title>
  <dc:subject/>
  <dc:creator>Амантай Елжан Ерланұлы, Мұхаметкәрім Айбын Таңатұлы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